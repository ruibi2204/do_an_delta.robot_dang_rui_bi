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3" r:id="rId3"/>
  </p:sldMasterIdLst>
  <p:notesMasterIdLst>
    <p:notesMasterId r:id="rId17"/>
  </p:notesMasterIdLst>
  <p:handoutMasterIdLst>
    <p:handoutMasterId r:id="rId18"/>
  </p:handoutMasterIdLst>
  <p:sldIdLst>
    <p:sldId id="256" r:id="rId4"/>
    <p:sldId id="269" r:id="rId5"/>
    <p:sldId id="273" r:id="rId6"/>
    <p:sldId id="274" r:id="rId7"/>
    <p:sldId id="275" r:id="rId8"/>
    <p:sldId id="281" r:id="rId9"/>
    <p:sldId id="276" r:id="rId10"/>
    <p:sldId id="279" r:id="rId11"/>
    <p:sldId id="277" r:id="rId12"/>
    <p:sldId id="278" r:id="rId13"/>
    <p:sldId id="258" r:id="rId14"/>
    <p:sldId id="271" r:id="rId15"/>
    <p:sldId id="272" r:id="rId16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51"/>
    <a:srgbClr val="FF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3603" autoAdjust="0"/>
  </p:normalViewPr>
  <p:slideViewPr>
    <p:cSldViewPr>
      <p:cViewPr varScale="1">
        <p:scale>
          <a:sx n="79" d="100"/>
          <a:sy n="79" d="100"/>
        </p:scale>
        <p:origin x="1382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BCDF5-0B92-4E35-A5FF-C25961A47E7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A3E6A-4DCA-4833-B5C5-038C556BB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899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585A3-EB39-4210-B790-4C7AAF6E196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4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82308-34BA-4B71-BC73-94BA04580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366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mở</a:t>
            </a:r>
            <a:r>
              <a:rPr lang="en-US" baseline="0" dirty="0"/>
              <a:t> đầu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58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7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lời cảm ơn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34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42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14625" y="514350"/>
            <a:ext cx="371475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</a:t>
            </a:r>
            <a:r>
              <a:rPr lang="en-US" baseline="0" dirty="0"/>
              <a:t> nội dung báo cáo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F82308-34BA-4B71-BC73-94BA045802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095" y="1981200"/>
            <a:ext cx="287741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4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933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33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0" y="76200"/>
            <a:ext cx="1433000" cy="1440000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1676400" y="426868"/>
            <a:ext cx="77019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b="1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ĐẠI HỌC KỸ THUẬT – CÔNG NGHỆ CẦN THƠ</a:t>
            </a:r>
          </a:p>
          <a:p>
            <a:pPr algn="ctr"/>
            <a:r>
              <a:rPr lang="en-US" sz="2000" b="1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KỸ THUẬT CƠ KHÍ</a:t>
            </a:r>
            <a:endParaRPr lang="vi-VN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4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46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744828"/>
            <a:ext cx="9906000" cy="0"/>
          </a:xfrm>
          <a:prstGeom prst="line">
            <a:avLst/>
          </a:prstGeom>
          <a:ln w="101600" cmpd="dbl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47800" cy="1440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4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02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6457890"/>
            <a:ext cx="9906000" cy="400110"/>
          </a:xfrm>
          <a:prstGeom prst="rect">
            <a:avLst/>
          </a:prstGeom>
          <a:blipFill>
            <a:blip r:embed="rId3">
              <a:alphaModFix amt="52000"/>
            </a:blip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vi-VN" sz="2000" dirty="0">
                <a:solidFill>
                  <a:srgbClr val="000099"/>
                </a:solidFill>
                <a:latin typeface="+mj-lt"/>
              </a:rPr>
              <a:t>www.ctuet.edu.vn</a:t>
            </a:r>
            <a:endParaRPr lang="vi-VN" sz="2000" dirty="0">
              <a:solidFill>
                <a:srgbClr val="000099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 trans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095" y="1981200"/>
            <a:ext cx="287741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8607" y="1472625"/>
            <a:ext cx="6156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ĐỒ ÁN TỐT NGHIỆP</a:t>
            </a:r>
            <a:endParaRPr lang="vi-V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1" y="4483768"/>
            <a:ext cx="3512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</a:t>
            </a:r>
          </a:p>
          <a:p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endParaRPr lang="vi-V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8724" y="2274838"/>
            <a:ext cx="95165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tài: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CHẾ TẠO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SONG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DELTA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PHỤC VỤ CHO HỌC TẬP VÀ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4495800"/>
            <a:ext cx="313778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HIỆN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 Rui Bi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 CNCD2211024</a:t>
            </a:r>
          </a:p>
          <a:p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K10</a:t>
            </a:r>
            <a:endParaRPr lang="vi-V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8657" y="6457890"/>
            <a:ext cx="3485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 Thơ, ngày…tháng…năm…</a:t>
            </a:r>
            <a:endParaRPr lang="vi-V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1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76200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BÁO CÁO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488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75B30-92A3-BD76-7A80-83F7D0BAB255}"/>
              </a:ext>
            </a:extLst>
          </p:cNvPr>
          <p:cNvSpPr txBox="1"/>
          <p:nvPr/>
        </p:nvSpPr>
        <p:spPr>
          <a:xfrm>
            <a:off x="1066800" y="1143000"/>
            <a:ext cx="662940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1 TỔNG QUAN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2 PHÂN TÍCH ĐỘNG HỌC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3 XỬ LÝ ẢNH</a:t>
            </a:r>
            <a:endParaRPr lang="en-GB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4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5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 6</a:t>
            </a:r>
            <a:endParaRPr lang="en-US" sz="2800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 LUẬN – KIẾN NGHỊ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 LIỆU THAM KHẢO</a:t>
            </a:r>
            <a:endParaRPr lang="en-GB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357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481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31403-FAF2-2C78-C142-A3562297DAC6}"/>
              </a:ext>
            </a:extLst>
          </p:cNvPr>
          <p:cNvSpPr txBox="1"/>
          <p:nvPr/>
        </p:nvSpPr>
        <p:spPr>
          <a:xfrm>
            <a:off x="1028700" y="1558231"/>
            <a:ext cx="7848600" cy="187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5461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tôi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?)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marR="5461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cấp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thiết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?)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93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775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4B78C-A756-EB35-2CA4-744EBB5D3DB4}"/>
              </a:ext>
            </a:extLst>
          </p:cNvPr>
          <p:cNvSpPr txBox="1"/>
          <p:nvPr/>
        </p:nvSpPr>
        <p:spPr>
          <a:xfrm>
            <a:off x="948374" y="1828800"/>
            <a:ext cx="8009252" cy="187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hải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lời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câu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hỏi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phải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đạt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điều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gì</a:t>
            </a:r>
            <a:r>
              <a:rPr lang="en-US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?”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nền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nghiên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cứu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cơ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sở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en-VN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0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783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NGHIÊN CỨU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3E7FA-0AD7-FF80-4DEC-35826182069E}"/>
              </a:ext>
            </a:extLst>
          </p:cNvPr>
          <p:cNvSpPr txBox="1"/>
          <p:nvPr/>
        </p:nvSpPr>
        <p:spPr>
          <a:xfrm>
            <a:off x="419100" y="1752600"/>
            <a:ext cx="9067800" cy="4046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vật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bị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dùng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chi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tiết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phương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pháp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bố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thí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5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63995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NGHIÊN CỨU (</a:t>
            </a:r>
            <a:r>
              <a:rPr lang="en-US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3E7FA-0AD7-FF80-4DEC-35826182069E}"/>
              </a:ext>
            </a:extLst>
          </p:cNvPr>
          <p:cNvSpPr txBox="1"/>
          <p:nvPr/>
        </p:nvSpPr>
        <p:spPr>
          <a:xfrm>
            <a:off x="419100" y="1752600"/>
            <a:ext cx="90678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vi-V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 bày tiếp nếu cần thể hiện nhiều slide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85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9561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VÀ THẢO LUẬN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182E6-4926-B724-C5AE-5A6A4962F97E}"/>
              </a:ext>
            </a:extLst>
          </p:cNvPr>
          <p:cNvSpPr txBox="1"/>
          <p:nvPr/>
        </p:nvSpPr>
        <p:spPr>
          <a:xfrm>
            <a:off x="457200" y="1295400"/>
            <a:ext cx="8610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những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nổi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bật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qua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câu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chữ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hiểu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nhớ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chọn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lọc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tâm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cũng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</a:t>
            </a:r>
            <a:r>
              <a:rPr lang="en-US" sz="2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trọng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hay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hơn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GB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dung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muốn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hay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ghi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chú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xét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chính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dễ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dõi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cũng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thuận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lợi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lúc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bày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báo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cao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VN" sz="2800" dirty="0"/>
          </a:p>
        </p:txBody>
      </p:sp>
    </p:spTree>
    <p:extLst>
      <p:ext uri="{BB962C8B-B14F-4D97-AF65-F5344CB8AC3E}">
        <p14:creationId xmlns:p14="http://schemas.microsoft.com/office/powerpoint/2010/main" val="128570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6687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QUẢ VÀ THẢO LUẬN (</a:t>
            </a:r>
            <a:r>
              <a:rPr lang="en-US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E4A68-6F5A-833F-1714-1C26BD5146A3}"/>
              </a:ext>
            </a:extLst>
          </p:cNvPr>
          <p:cNvSpPr txBox="1"/>
          <p:nvPr/>
        </p:nvSpPr>
        <p:spPr>
          <a:xfrm>
            <a:off x="419100" y="1752600"/>
            <a:ext cx="90678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1970" marR="73025" indent="-457200" algn="just">
              <a:lnSpc>
                <a:spcPct val="150000"/>
              </a:lnSpc>
              <a:spcBef>
                <a:spcPts val="595"/>
              </a:spcBef>
              <a:spcAft>
                <a:spcPts val="0"/>
              </a:spcAft>
              <a:buFont typeface="Wingdings" pitchFamily="2" charset="2"/>
              <a:buChar char="v"/>
            </a:pPr>
            <a:r>
              <a:rPr lang="vi-V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 bày tiếp nếu cần thể hiện nhiều slide</a:t>
            </a:r>
            <a:endParaRPr lang="en-V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45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5990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VÀ KIẾN NGHỊ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92F2A-52C3-0DF4-BF59-0FAEBD2595C0}"/>
              </a:ext>
            </a:extLst>
          </p:cNvPr>
          <p:cNvSpPr txBox="1"/>
          <p:nvPr/>
        </p:nvSpPr>
        <p:spPr>
          <a:xfrm>
            <a:off x="990600" y="1676400"/>
            <a:ext cx="7924800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nghiên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ngắn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gọn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VN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những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xuất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6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F4297-DF5E-59CC-139F-E361B802F36F}"/>
              </a:ext>
            </a:extLst>
          </p:cNvPr>
          <p:cNvSpPr txBox="1"/>
          <p:nvPr/>
        </p:nvSpPr>
        <p:spPr>
          <a:xfrm>
            <a:off x="1524000" y="76200"/>
            <a:ext cx="3728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TẠ (</a:t>
            </a:r>
            <a:r>
              <a:rPr lang="en-US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044BD-81EF-2C9C-ADE9-388DD33CBE36}"/>
              </a:ext>
            </a:extLst>
          </p:cNvPr>
          <p:cNvSpPr txBox="1"/>
          <p:nvPr/>
        </p:nvSpPr>
        <p:spPr>
          <a:xfrm>
            <a:off x="878088" y="1676400"/>
            <a:ext cx="8113511" cy="195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bày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ơn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đến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góp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quá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tài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nếu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r>
              <a:rPr lang="en-VN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580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09600" y="2743200"/>
            <a:ext cx="8654143" cy="1447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THẦY/CÔ </a:t>
            </a:r>
          </a:p>
          <a:p>
            <a:r>
              <a:rPr lang="en-US" alt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255241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295400"/>
            <a:ext cx="9144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báo cáo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dành cho đề tài: 15-20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báo cáo vượt thời gian qui định (tốt nhất là sớm hơn 1-2 phút).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 độ nói 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 quá nhanh (người nghe sẽ theo dõi không kịp) hay quá chậm (người nghe dễ bị mất chú ý).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hội đồng hỏi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10-15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chuẩn bị sẳn giấy viết để ghi nhanh lại câu hỏi tránh hỏi lại.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ngắt lời của người hỏi, chỉ hỏi lại khi người hỏi dừng lại.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 gian SV chuẩn bị trả lời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5-10 phút.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 gắng trả lời tập trung vào câu hỏi.</a:t>
            </a:r>
          </a:p>
          <a:p>
            <a:pPr marL="914400" lvl="1" indent="-457200" algn="just">
              <a:buFont typeface="Wingdings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 câu hỏi không biết, SV nên nói thẳng tránh nói lòng vòng gây khó chịu cho người hỏi và hội đồng.</a:t>
            </a:r>
          </a:p>
          <a:p>
            <a:pPr marL="457200" indent="-457200" algn="just">
              <a:buFont typeface="Wingdings" pitchFamily="2" charset="2"/>
              <a:buChar char="v"/>
            </a:pPr>
            <a:endParaRPr lang="vi-V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76200"/>
            <a:ext cx="49199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48800" y="648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7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76200"/>
            <a:ext cx="63385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thức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9067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Tên báo cáo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cỡ chữ tối thiểu là 32 (tốt nhất là 36-40).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nội dung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Cỡ chữ tối thiểu 24 ppt, 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vi-V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đậm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vi-VN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hay sử dụng </a:t>
            </a:r>
            <a:r>
              <a:rPr lang="vi-V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màu chữ khác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các phần cần nhấn mạnh.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 dùng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đánh dấu  đầu dòng (</a:t>
            </a: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bullet point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và so hàng đầu dòng để: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 hiện các  ý (chính và phụ) của báo cáo.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vi-VN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 ý phụ có thể thụt vào và kích cỡ chữ nhỏ hơn để dễ theo dõi và phân biệt.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 dùng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nhiều lệnh hiệu ứng (</a:t>
            </a: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và quá nhiều màu sắc trong báo cáo.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vi-V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 nên </a:t>
            </a:r>
            <a:r>
              <a:rPr lang="vi-V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đưa quá nhiều nội dung vào 1 slide hoặc một nội dung nhỏ mà đặt ở nhiều slide dễ gây khó hiểu.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8800" y="648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74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817</Words>
  <Application>Microsoft Office PowerPoint</Application>
  <PresentationFormat>A4 Paper (210x297 mm)</PresentationFormat>
  <Paragraphs>78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Vu</dc:creator>
  <cp:lastModifiedBy>Bi Đặng</cp:lastModifiedBy>
  <cp:revision>211</cp:revision>
  <dcterms:created xsi:type="dcterms:W3CDTF">2019-04-09T09:32:48Z</dcterms:created>
  <dcterms:modified xsi:type="dcterms:W3CDTF">2026-05-04T15:44:05Z</dcterms:modified>
</cp:coreProperties>
</file>